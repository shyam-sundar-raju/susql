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445FB-BF8C-465F-A101-63A3E54F612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8C6CA-BFC4-4809-AC39-1610AEFD6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58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8C6CA-BFC4-4809-AC39-1610AEFD69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1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48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09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1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86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886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07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46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04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1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643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17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237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521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305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865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88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5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0736D26-822F-4C60-8ABF-E9DE757898AF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428A429-21D5-4150-A9AB-45D9ADE48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88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4562-C7FD-576A-4B33-03B19E5FB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573344"/>
            <a:ext cx="9144000" cy="1641490"/>
          </a:xfrm>
        </p:spPr>
        <p:txBody>
          <a:bodyPr/>
          <a:lstStyle/>
          <a:p>
            <a:r>
              <a:rPr lang="en-US" dirty="0" err="1"/>
              <a:t>SuSql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621FC-DFA7-86F2-6F58-F92A45619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597213"/>
            <a:ext cx="9144000" cy="754025"/>
          </a:xfrm>
        </p:spPr>
        <p:txBody>
          <a:bodyPr/>
          <a:lstStyle/>
          <a:p>
            <a:r>
              <a:rPr lang="en-US" dirty="0"/>
              <a:t>A SQL based DBMS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55C5E-B889-00E8-1BB0-BDB3EE898BBF}"/>
              </a:ext>
            </a:extLst>
          </p:cNvPr>
          <p:cNvSpPr txBox="1"/>
          <p:nvPr/>
        </p:nvSpPr>
        <p:spPr>
          <a:xfrm>
            <a:off x="2566219" y="4247535"/>
            <a:ext cx="82001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Done By: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CB.SC.U4CSE23003 – Amartya </a:t>
            </a:r>
            <a:r>
              <a:rPr lang="en-US" dirty="0" err="1"/>
              <a:t>Sujai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CB.SC.U4CSE23020 – </a:t>
            </a:r>
            <a:r>
              <a:rPr lang="en-US" dirty="0" err="1"/>
              <a:t>Dwarakesh</a:t>
            </a:r>
            <a:r>
              <a:rPr lang="en-US" dirty="0"/>
              <a:t> Venkatesh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CB.SC.U4CSE23020 – Eswar Raj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CB.SC.U4CSE23049 – Shyam Sundar Raju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229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28C0-E414-77F8-DC0E-7CDA4748B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D9AF-0924-EAFD-962F-8A195608C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4"/>
            <a:ext cx="10233800" cy="4511007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Create table</a:t>
            </a:r>
          </a:p>
          <a:p>
            <a:r>
              <a:rPr lang="en-US" dirty="0">
                <a:solidFill>
                  <a:schemeClr val="tx1"/>
                </a:solidFill>
              </a:rPr>
              <a:t>Drop table</a:t>
            </a:r>
          </a:p>
          <a:p>
            <a:r>
              <a:rPr lang="en-US" dirty="0">
                <a:solidFill>
                  <a:schemeClr val="tx1"/>
                </a:solidFill>
              </a:rPr>
              <a:t>Insert records</a:t>
            </a:r>
          </a:p>
          <a:p>
            <a:r>
              <a:rPr lang="en-US" dirty="0">
                <a:solidFill>
                  <a:schemeClr val="tx1"/>
                </a:solidFill>
              </a:rPr>
              <a:t>Delete records</a:t>
            </a:r>
          </a:p>
          <a:p>
            <a:r>
              <a:rPr lang="en-US" dirty="0">
                <a:solidFill>
                  <a:schemeClr val="tx1"/>
                </a:solidFill>
              </a:rPr>
              <a:t>Select records</a:t>
            </a:r>
          </a:p>
          <a:p>
            <a:r>
              <a:rPr lang="en-US" dirty="0">
                <a:solidFill>
                  <a:schemeClr val="tx1"/>
                </a:solidFill>
              </a:rPr>
              <a:t>Update records</a:t>
            </a:r>
          </a:p>
          <a:p>
            <a:r>
              <a:rPr lang="en-US" dirty="0">
                <a:solidFill>
                  <a:schemeClr val="tx1"/>
                </a:solidFill>
              </a:rPr>
              <a:t>Truncate table</a:t>
            </a:r>
          </a:p>
          <a:p>
            <a:r>
              <a:rPr lang="en-US" dirty="0">
                <a:solidFill>
                  <a:schemeClr val="tx1"/>
                </a:solidFill>
              </a:rPr>
              <a:t>Save database</a:t>
            </a:r>
          </a:p>
          <a:p>
            <a:r>
              <a:rPr lang="en-US" dirty="0">
                <a:solidFill>
                  <a:schemeClr val="tx1"/>
                </a:solidFill>
              </a:rPr>
              <a:t>Load database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3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85A4-E4CB-D970-A46C-0FC34C0F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F2B0C-175B-DB9D-A96E-B434FBA38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Each record is stored as a node.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Each node has an array, containing the values of the columns. 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Each table is stored as a linked list of nodes, with the head node storing the column names and primary key.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The tables are stored in a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with the table name as the key.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1217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2473-A5EC-C95B-95CB-EE4EC8631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0538-DC23-9423-7279-A2D581012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Create table: O(1)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Drop table: O(1)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Insert records: O(N)     N is the number of records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Delete records: O(N)     N is the number of records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Select records: O(N)     N is the number of records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Update records: O(N)     N is the number of records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Truncate table: O(1)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Show tables: O(1)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See table: O(1)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Save database: O(N*M)    N is the number of tables and M is the number of records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Load database: O(N*M)    N is the number of tables and M is the number of records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New database: O(1)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13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AB9F-F14F-7A49-06AD-F0782743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5E4C1-43D3-AAD9-5C3C-FB4B6940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1. create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 (&lt;column1&gt;,&lt;column2&gt;,...,&lt;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columnN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primarykey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column_name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&gt;/none;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2. drop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3. insert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 (&lt;value1&gt;,&lt;value2&gt;,...,&lt;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valueN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&gt;) (&lt;value1&gt;,&lt;value2&gt;,...,&lt;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valueN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&gt;)...;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4. delete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 where &lt;condition&gt;;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5. select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 */&lt;column1&gt;,&lt;column2&gt;,...,&lt;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columnN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 where &lt;condition&gt;;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6. update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 &lt;column1&gt;=&lt;value1&gt;,&lt;column2&gt;=&lt;value2&gt;,...,&lt;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columnN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&gt;=&lt;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valueN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 where &lt;condition&gt;;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7. truncate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8. show tables;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9. see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10. save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11. load &lt;</a:t>
            </a:r>
            <a:r>
              <a:rPr lang="en-I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file_name</a:t>
            </a: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12. new database;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13. exit;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Consolas" panose="020B0609020204030204" pitchFamily="49" charset="0"/>
              </a:rPr>
              <a:t>Where clause: &gt;,&lt;,&lt;=,&gt;=,==,_</a:t>
            </a:r>
            <a:r>
              <a:rPr lang="en-IN" dirty="0" err="1">
                <a:solidFill>
                  <a:schemeClr val="tx1"/>
                </a:solidFill>
                <a:latin typeface="Consolas" panose="020B0609020204030204" pitchFamily="49" charset="0"/>
              </a:rPr>
              <a:t>like_,_in</a:t>
            </a:r>
            <a:r>
              <a:rPr lang="en-IN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22991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9282-9159-C2A2-C366-6A8EB39F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Contribution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7B67-94BD-8CA2-1596-08C5CFF53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1. CB.SC.U4CSE23003 - Create, Insert, Update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2. CB.SC.U4CSE23020 - Where, Delete, Drop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3. CB.SC.U4CSE23022 - Select, Truncate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4. CB.SC.U4CSE23049 - Show, See, Save, Load, New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02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365B-A0F9-CEFE-3E40-110B184F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BAC9-5F92-2672-FB63-230F2D927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Primary key is optional.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Conditions can be of the form &lt;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column_name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&gt;&lt;operator&gt;&lt;value&gt; or &lt;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column_name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&gt;_in_(&lt;value1&gt;,&lt;value2&gt;,...,&lt;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valueN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&gt;) or &lt;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column_name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&gt;_like_&lt;value&gt;.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Conditions can be combined using 'and' and 'or'.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The password is 'password'.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0819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14</TotalTime>
  <Words>543</Words>
  <Application>Microsoft Office PowerPoint</Application>
  <PresentationFormat>Widescreen</PresentationFormat>
  <Paragraphs>62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Corbel</vt:lpstr>
      <vt:lpstr>Depth</vt:lpstr>
      <vt:lpstr>SuSql</vt:lpstr>
      <vt:lpstr>Features</vt:lpstr>
      <vt:lpstr>Data structures used</vt:lpstr>
      <vt:lpstr>Time complexity </vt:lpstr>
      <vt:lpstr>Syntax</vt:lpstr>
      <vt:lpstr>Team Contribution</vt:lpstr>
      <vt:lpstr>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SHYAM SUNDAR RAJU-[CB.SC.U4CSE23049]</dc:creator>
  <cp:lastModifiedBy>SHYAM SUNDAR RAJU-[CB.SC.U4CSE23049]</cp:lastModifiedBy>
  <cp:revision>6</cp:revision>
  <dcterms:created xsi:type="dcterms:W3CDTF">2024-10-27T14:34:56Z</dcterms:created>
  <dcterms:modified xsi:type="dcterms:W3CDTF">2024-10-27T14:49:29Z</dcterms:modified>
</cp:coreProperties>
</file>